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77" d="100"/>
          <a:sy n="77" d="100"/>
        </p:scale>
        <p:origin x="22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3A7E4-3FEE-9BC4-77E4-C1E26CCB9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92D991-86F4-58E3-6167-CE349D1CC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E38EF-CC23-DC52-9341-68FF0BAA0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426D5-7F62-4467-B71D-DD05D4F679F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B92A9-63DB-0F97-CD19-C3150035B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90E77-5613-07C4-F709-27BF36C29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B0E3-45BA-4D6D-BF3E-54C3DBAF6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252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F34FB-09C9-4262-59D1-6DFADA13E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8ABA3-3A39-52B5-0AB3-CA28311F6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E66D1-1839-7D2F-B5C3-271FFBB35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426D5-7F62-4467-B71D-DD05D4F679F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5B8F1-BEEF-9A73-0DE7-8BA54E713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A5910-0ACB-A74B-43EE-830607097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B0E3-45BA-4D6D-BF3E-54C3DBAF6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436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59A3-A115-DB55-EC2F-8AC04A853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E39AB-2F1C-615E-4088-8565B2995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98678-B671-A992-059F-661D3575D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426D5-7F62-4467-B71D-DD05D4F679F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6896C-0D4C-F619-340A-FBD55FA6B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9DBE6-8FFB-99BD-9648-76CE65740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B0E3-45BA-4D6D-BF3E-54C3DBAF6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907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FC784-DD7A-3610-A046-5818FC4E7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998F5-30EE-8384-48A0-59701EE64D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1DEE8-AFF3-50A6-010D-F8D124860D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4B9E8-26C7-BECB-7DD9-43D3419BC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426D5-7F62-4467-B71D-DD05D4F679F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B9EEA2-FDC6-08ED-F6D8-5BC97272C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8994D-6456-E2DA-4FF0-B79DE1AA5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B0E3-45BA-4D6D-BF3E-54C3DBAF6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15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0C74D-4693-0647-A6E5-C2A4B518F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814C41-F714-9E3A-37B2-3C0C2AE06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1B6D4-E475-1F2F-0426-1B4A7B35E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AEEDAA-35C3-E000-6136-596A1D0CDB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201B0-EA3A-3926-E5B4-E85FB1CB00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0C1EEC-D716-6018-1F78-22A3F1FAB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426D5-7F62-4467-B71D-DD05D4F679F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1BBD4B-D45C-ADF1-B10F-3D9092F04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A7E727-D587-2988-975D-574E20686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B0E3-45BA-4D6D-BF3E-54C3DBAF6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02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5E95A-02B1-B6F0-1251-3C37DD720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A94315-E572-D888-CFCD-75E5A276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426D5-7F62-4467-B71D-DD05D4F679F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DA7074-80A3-3FA4-8A25-213779622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0CCEC3-1E6B-76E2-E046-FE4E4D6B2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B0E3-45BA-4D6D-BF3E-54C3DBAF6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330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6934CF-0B02-AF60-4310-FF0035686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426D5-7F62-4467-B71D-DD05D4F679F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2AD160-0BC5-F5E5-289D-04301545A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35B32-D338-1D80-1EF2-352E02F8B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B0E3-45BA-4D6D-BF3E-54C3DBAF6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740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42B5E-B693-EEFA-502A-44105137F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93A25-BBBE-601D-46A0-629BF01D8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CF98CD-2D6C-8A9D-D6C3-4AC819550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12911-2E72-1928-6310-FF0C0A7B2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426D5-7F62-4467-B71D-DD05D4F679F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D4A85-8095-9AC7-3517-FDB14C325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331EB-055E-C639-8675-872CF6575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B0E3-45BA-4D6D-BF3E-54C3DBAF6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589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453C8-F6C2-507A-6D16-B04A35486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D63EAB-A38A-20ED-F285-868886FDDA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EC8685-8FEA-C3E6-FD55-0E7001B9B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3DA0D-3BD6-1B37-BB41-9F05106CD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426D5-7F62-4467-B71D-DD05D4F679F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C12E21-D5C9-8A97-1B49-3CDBA999A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343271-0E74-4FCB-C789-DAB81C50F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B0E3-45BA-4D6D-BF3E-54C3DBAF6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381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1B15E-9A85-B0E7-B461-A64B4D228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BC39EB-3163-7C2A-4C07-1477A6C8E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F0D53-C75A-9B91-194C-E2EB53EB6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426D5-7F62-4467-B71D-DD05D4F679F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EB379-0C84-F55F-7C09-F61E584F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61CA6-3565-11EE-F7E2-5CCBEC660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B0E3-45BA-4D6D-BF3E-54C3DBAF6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955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39B7AF-F591-1980-F0A8-6DAEA6FAAA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144A23-384B-3CB5-8681-D93D8D4FC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DAADE-E835-4774-A839-6F55D7608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426D5-7F62-4467-B71D-DD05D4F679F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99D60-0E32-1E18-CFDF-0238D9628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2A753-2639-9EF3-0E9B-8D3AA74BE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B0E3-45BA-4D6D-BF3E-54C3DBAF6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85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FA1EED-4DC9-41C0-62D9-D88253360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454EA-DA42-AA8F-E479-91B709E41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A120D-CEAB-4FA5-605A-BFAE9935C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426D5-7F62-4467-B71D-DD05D4F679F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902EB-75EE-ABA4-E131-C0E4B61D1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8405B-4F59-F005-AA63-99A287DC6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1B0E3-45BA-4D6D-BF3E-54C3DBAF6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269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6232D-CEBB-17E0-F833-25FFCB5363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7643F2-4B51-7732-1743-5482987B55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011BFB-29CC-91ED-5EE9-3F2A096A4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89" y="0"/>
            <a:ext cx="113378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641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9C1EE-8677-4F4B-F935-13DB59695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CFA7D-49BB-9290-7A04-B8A2A534D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21D10C-BD85-DE7F-9E09-B75D41D3D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94" y="0"/>
            <a:ext cx="114170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090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16422-9111-996E-300A-F916B3007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B3B8D-3EF2-DB31-6002-68130A377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FC2FB4-7CDB-988F-F98A-6D13698E7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60" y="0"/>
            <a:ext cx="115860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85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535B-423D-EF51-F80D-411AF340B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AC1A-D4CE-FE89-5DD0-187C18399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8BBD0A-DC82-8B7B-69DF-1D3F2A7AA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68" y="0"/>
            <a:ext cx="117934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499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D0AB3-34D5-DB5D-6958-857FEBA22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C7F1D-385D-4508-986A-97328FDC8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86C108-2E40-1BCD-C0EA-303CC1722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10" y="144511"/>
            <a:ext cx="12192000" cy="10757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BFF37B-8BA6-AF93-C110-BEF058CD9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23" y="1220641"/>
            <a:ext cx="10313438" cy="527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062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E9537-9164-2EE4-BB4D-EA52FBC98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5B48D-4E14-8735-8B40-8CE148CC2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C79E77-7DD6-C906-EECF-259CDC3A6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4" y="152099"/>
            <a:ext cx="11893420" cy="639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707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0E278-3631-FB2C-AED9-26A63FC18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35B98-9573-3C9E-D4E7-078BC1002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E46288-E5C0-0389-8019-403D4971F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211"/>
            <a:ext cx="12192000" cy="644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251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1076D-C679-5A33-190A-16D3E0462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31F7E-27BE-2CBB-D235-97FA5D578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903470-E013-6C8B-0CF1-67D82DC13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19" y="0"/>
            <a:ext cx="106845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994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6D480-E337-A152-1236-78C915ED1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F7B3C-4F62-2474-F8EE-9748C0444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2E170E-7F5B-EBB1-BDB9-BF2FC858E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481"/>
            <a:ext cx="12192000" cy="653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782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53A88-88B1-12CA-B505-254B51486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CCCB0-6315-6812-4F5C-FCD94605C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FE8B33-66ED-3F06-55A5-5646368BE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083" y="0"/>
            <a:ext cx="114838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17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 Havish Aele</dc:creator>
  <cp:lastModifiedBy>Shri Havish Aele</cp:lastModifiedBy>
  <cp:revision>2</cp:revision>
  <dcterms:created xsi:type="dcterms:W3CDTF">2025-10-10T09:13:09Z</dcterms:created>
  <dcterms:modified xsi:type="dcterms:W3CDTF">2025-10-10T09:28:51Z</dcterms:modified>
</cp:coreProperties>
</file>